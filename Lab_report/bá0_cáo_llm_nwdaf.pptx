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9D87-5C9A-6C02-09CC-34E59434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1D523-E2CB-C19D-D165-DF8D3B3E8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BD8EE-BE24-551C-92AE-EDB5081B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4AE1D-64F7-702A-7EEC-719865AD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EDA1F-4B14-465F-F1DD-4E8AF301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56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5309-3355-B86A-028A-16A1333F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AE99-631A-94AE-CB41-FBEFC32ED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D2159-9978-360E-51B2-FD2E26EC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8732-466A-9768-F5BB-7F27AD65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3A8C8-4C03-64A4-CEB5-A7947C0E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68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0D0D-50C8-6567-3240-75FC4C70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B289-88CD-9492-BDBB-4FA39BC62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BCC46-9C01-DA94-A0EE-15C7EBF8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6E7B1-6282-7E44-47D4-6F56BB6C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CE67-7D15-D547-1AF1-EC018845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2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DDCD-8020-BB8E-36D2-069818A8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D146-1E53-0E20-FB7E-7768ED0C6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D5119-94F4-8695-2FF0-0A74D6CEF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4A7A1-C31A-11C2-ACDD-C38870F9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5BA5C-B9DB-7BD8-A118-869B291B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24166-F0E7-9D2C-3DFA-F523DCF6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10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AC6A-6447-2A8C-C03A-498D1A47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C28F2-B9AC-F2CA-8D67-01F2FFE5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870DB-F414-A6DB-64DA-135D9539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81800-6290-BB98-E3D0-BDB51C01E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7D441-BBEC-2AB7-79A2-5441257AE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AECA2-2028-9ABF-2604-4FB4BFA9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A41A9-4405-34CE-AD27-78E1034F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B88DD-1752-6FE6-96C5-EB53F873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38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28AC-EA09-17ED-038E-D583500E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2518-683D-D934-C6C6-D1E92481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A08FC-CA5E-A8EF-E170-F09E9EE2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26C6-E3FC-5B81-F6AB-DD903EF7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88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1D212-4ECE-6DE8-2B9E-C0B72F54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58256-8E67-59C2-E8E5-97015ED1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A8AC6-C2A3-14BB-E941-132A632B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9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087E-D796-EDD8-BD64-73CD5193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4869-9F1F-508F-0491-DB576EDA1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6FAE8-8F4C-3D07-7D14-DC6F89877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DB121-E2F5-5957-051D-2C5FE920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A8E3E-00CD-B19D-5431-CF264F2D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30EDC-82FA-6C54-0A6F-71980A6F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76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965E5-25F5-3019-60C9-F6DF0804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E0FF2-4C81-95F2-2820-A0C34AA57C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F133B-4441-C496-95F4-89E3313CC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0D13B-4A25-B635-106D-B711CBF3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24ACB-7A8B-3227-E9E3-645F674B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FEA94-E8D0-26AC-4184-27DC0CE5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11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332F-E50E-7D5C-1753-154C281A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7E8F2-E6C8-B8EA-9505-D6B70B286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3999-5CDD-33F5-0BAE-21329A00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893E8-9B92-6739-AAA6-56446BE5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4FEFA-5535-4A89-C590-430213EA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00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93D9B-BF8E-1B9F-A2B6-3E977CBA3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0A812-98D3-87E6-776E-8EC8B064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1D00-6499-F508-DEA5-34CA6432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878C0-0CD4-83C8-04A3-F230AB12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28CF-9D36-91AA-6DEB-CBAF6D6C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25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1AEA7-3AD7-F57B-5139-23C5CF09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1636-2BB5-E38C-D429-E9EA2EEA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08FD7-AE7F-95B0-9DEB-2DE604CD5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BA9B4-3C8A-4E29-A9A6-DF3416A26CA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49167-E264-5EBE-B5B7-EBE4B36AC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96D72-AECF-CD41-4495-513BDBDE5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037DB-DB73-4E11-AB71-77F9FB0BD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9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B74741-5773-DD66-CFDB-ED671858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38" y="-442220"/>
            <a:ext cx="9716527" cy="745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A3AD-2090-D11C-1847-934CA452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479FC-D402-D3F7-82F7-5EEF3161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542" y="0"/>
            <a:ext cx="6492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9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494B-7789-AE4B-3F4C-B8F293A4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4FA3E-3958-319A-D5B9-506F6485E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1038" y="0"/>
            <a:ext cx="13034075" cy="694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1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D6B7-838D-D090-481D-1E35D3D5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56405-F069-04DA-800A-7EAE9465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25" y="0"/>
            <a:ext cx="11534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1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A74A1-E322-7E3C-C5A7-8AE78CE0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1EBC9-4781-FF24-DF2E-58D0EB95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0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4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A008-D24C-F7B0-207A-EAB8AAB3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1DD8D-07B8-4EB1-E65E-4B721CF63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8976" y="-1053030"/>
            <a:ext cx="14149952" cy="791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0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9898A-FCEC-C006-12E2-DD28C703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9069FD-0C63-474A-A356-97D7382DD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2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515E-3807-7A7B-BC66-20748E20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4FF02-8E9A-2EB5-8823-0B965A3A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3956"/>
            <a:ext cx="12192000" cy="72987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3922F7-B6EF-AF38-2194-76FF7F96D6BF}"/>
              </a:ext>
            </a:extLst>
          </p:cNvPr>
          <p:cNvSpPr txBox="1"/>
          <p:nvPr/>
        </p:nvSpPr>
        <p:spPr>
          <a:xfrm>
            <a:off x="7754706" y="484516"/>
            <a:ext cx="3697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UE xác định hướng + góc -&gt; đích. Qua từng cell khác nhau kích hoạt sự kiện chuyển vùng handover </a:t>
            </a:r>
            <a:br>
              <a:rPr lang="vi-VN" dirty="0">
                <a:solidFill>
                  <a:schemeClr val="bg1"/>
                </a:solidFill>
              </a:rPr>
            </a:br>
            <a:r>
              <a:rPr lang="vi-VN" dirty="0">
                <a:solidFill>
                  <a:schemeClr val="bg1"/>
                </a:solidFill>
                <a:sym typeface="Wingdings" panose="05000000000000000000" pitchFamily="2" charset="2"/>
              </a:rPr>
              <a:t> Tạo DATA cho NWDAF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94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58F5-17AB-BF07-CF8B-B39D2C5F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5C744-3A4C-F728-4F1E-0EAD46DBE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829" y="-145168"/>
            <a:ext cx="7919215" cy="6092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94ACBF-6599-8BC4-E151-47AB0E1F8420}"/>
              </a:ext>
            </a:extLst>
          </p:cNvPr>
          <p:cNvSpPr txBox="1"/>
          <p:nvPr/>
        </p:nvSpPr>
        <p:spPr>
          <a:xfrm>
            <a:off x="6558851" y="380585"/>
            <a:ext cx="43973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dirty="0"/>
              <a:t>4 gNodeB radius 120 unit, p -120dBm </a:t>
            </a:r>
          </a:p>
          <a:p>
            <a:pPr marL="285750" indent="-285750">
              <a:buFontTx/>
              <a:buChar char="-"/>
            </a:pPr>
            <a:r>
              <a:rPr lang="vi-VN" dirty="0"/>
              <a:t>4 UE : + 3 UE on/of theo sinh hoạt </a:t>
            </a:r>
          </a:p>
          <a:p>
            <a:pPr lvl="2"/>
            <a:r>
              <a:rPr lang="vi-VN" dirty="0"/>
              <a:t> + 1 UE on liên tục </a:t>
            </a:r>
          </a:p>
          <a:p>
            <a:pPr lvl="2"/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F6D90-BEFE-9FB8-4388-50B00AF45D0F}"/>
              </a:ext>
            </a:extLst>
          </p:cNvPr>
          <p:cNvSpPr txBox="1"/>
          <p:nvPr/>
        </p:nvSpPr>
        <p:spPr>
          <a:xfrm>
            <a:off x="6558851" y="1359688"/>
            <a:ext cx="4615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UE di chuyển từ home với On/active(100 -&gt; 120p ) và of/inactive (37 -&gt; 40p)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89F30-455C-1C10-4BF2-DFBC25A77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539" y="2270532"/>
            <a:ext cx="4762993" cy="436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1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78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Dương Lê</dc:creator>
  <cp:lastModifiedBy>Dương Lê</cp:lastModifiedBy>
  <cp:revision>2</cp:revision>
  <dcterms:created xsi:type="dcterms:W3CDTF">2026-10-13T03:08:30Z</dcterms:created>
  <dcterms:modified xsi:type="dcterms:W3CDTF">2026-10-13T03:53:26Z</dcterms:modified>
</cp:coreProperties>
</file>