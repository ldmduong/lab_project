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6" autoAdjust="0"/>
    <p:restoredTop sz="94660"/>
  </p:normalViewPr>
  <p:slideViewPr>
    <p:cSldViewPr snapToGrid="0">
      <p:cViewPr varScale="1">
        <p:scale>
          <a:sx n="91" d="100"/>
          <a:sy n="91" d="100"/>
        </p:scale>
        <p:origin x="5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21D33-7199-44D7-925F-F4DD652B999F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8F8E55-FEF5-4D35-89D6-9D2F655A0C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8803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29D87-5C9A-6C02-09CC-34E5943493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1D523-E2CB-C19D-D165-DF8D3B3E8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BD8EE-BE24-551C-92AE-EDB5081BF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4AE1D-64F7-702A-7EEC-719865ADD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EDA1F-4B14-465F-F1DD-4E8AF301E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567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C5309-3355-B86A-028A-16A1333F9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DAE99-631A-94AE-CB41-FBEFC32ED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D2159-9978-360E-51B2-FD2E26EC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A8732-466A-9768-F5BB-7F27AD656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A8C8-4C03-64A4-CEB5-A7947C0E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8685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10D0D-50C8-6567-3240-75FC4C70E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B289-88CD-9492-BDBB-4FA39BC62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BCC46-9C01-DA94-A0EE-15C7EBF88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6E7B1-6282-7E44-47D4-6F56BB6C8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6CE67-7D15-D547-1AF1-EC018845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220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1DDCD-8020-BB8E-36D2-069818A8D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BD146-1E53-0E20-FB7E-7768ED0C6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4D5119-94F4-8695-2FF0-0A74D6CEF7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4A7A1-C31A-11C2-ACDD-C38870F96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95BA5C-B9DB-7BD8-A118-869B291B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24166-F0E7-9D2C-3DFA-F523DCF60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08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FAC6A-6447-2A8C-C03A-498D1A47A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C28F2-B9AC-F2CA-8D67-01F2FFE5C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9870DB-F414-A6DB-64DA-135D95397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C81800-6290-BB98-E3D0-BDB51C01E2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97D441-BBEC-2AB7-79A2-5441257AE1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9AECA2-2028-9ABF-2604-4FB4BFA92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7A41A9-4405-34CE-AD27-78E1034F6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6B88DD-1752-6FE6-96C5-EB53F873C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383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28AC-EA09-17ED-038E-D583500E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32518-683D-D934-C6C6-D1E924810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EA08FC-CA5E-A8EF-E170-F09E9EE26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526C6-E3FC-5B81-F6AB-DD903EF77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888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F1D212-4ECE-6DE8-2B9E-C0B72F54D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D58256-8E67-59C2-E8E5-97015ED1B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A8AC6-C2A3-14BB-E941-132A632B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495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B087E-D796-EDD8-BD64-73CD51939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B4869-9F1F-508F-0491-DB576EDA1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B6FAE8-8F4C-3D07-7D14-DC6F898774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6DB121-E2F5-5957-051D-2C5FE920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A8E3E-00CD-B19D-5431-CF264F2DB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30EDC-82FA-6C54-0A6F-71980A6F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67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965E5-25F5-3019-60C9-F6DF08045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FE0FF2-4C81-95F2-2820-A0C34AA57C7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8F133B-4441-C496-95F4-89E3313CCF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0D13B-4A25-B635-106D-B711CBF30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D24ACB-7A8B-3227-E9E3-645F674B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FEA94-E8D0-26AC-4184-27DC0CE57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11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332F-E50E-7D5C-1753-154C281AC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C7E8F2-E6C8-B8EA-9505-D6B70B286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53999-5CDD-33F5-0BAE-21329A00D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893E8-9B92-6739-AAA6-56446BE5A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E4FEFA-5535-4A89-C590-430213EA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4003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C93D9B-BF8E-1B9F-A2B6-3E977CBA32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F0A812-98D3-87E6-776E-8EC8B064AB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81D00-6499-F508-DEA5-34CA64329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878C0-0CD4-83C8-04A3-F230AB12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28CF-9D36-91AA-6DEB-CBAF6D6CE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25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71AEA7-3AD7-F57B-5139-23C5CF09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41636-2BB5-E38C-D429-E9EA2EEA3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08FD7-AE7F-95B0-9DEB-2DE604CD50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BA9B4-3C8A-4E29-A9A6-DF3416A26CA6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49167-E264-5EBE-B5B7-EBE4B36AC3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96D72-AECF-CD41-4495-513BDBDE55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8037DB-DB73-4E11-AB71-77F9FB0BD7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94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B74741-5773-DD66-CFDB-ED671858E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338" y="-442220"/>
            <a:ext cx="9716527" cy="7454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1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A3AD-2090-D11C-1847-934CA452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2479FC-D402-D3F7-82F7-5EEF3161B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542" y="0"/>
            <a:ext cx="64924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390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C494B-7789-AE4B-3F4C-B8F293A49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04FA3E-3958-319A-D5B9-506F6485E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1038" y="0"/>
            <a:ext cx="13034075" cy="694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715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8D6B7-838D-D090-481D-1E35D3D5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56405-F069-04DA-800A-7EAE9465F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25" y="0"/>
            <a:ext cx="115347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011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A74A1-E322-7E3C-C5A7-8AE78CE0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71EBC9-4781-FF24-DF2E-58D0EB959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70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448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4A008-D24C-F7B0-207A-EAB8AAB3C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1DD8D-07B8-4EB1-E65E-4B721CF63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78976" y="-1053030"/>
            <a:ext cx="14149952" cy="791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702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19898A-FCEC-C006-12E2-DD28C7039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9069FD-0C63-474A-A356-97D7382DD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8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722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8515E-3807-7A7B-BC66-20748E20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64FF02-8E9A-2EB5-8823-0B965A3A7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83956"/>
            <a:ext cx="12192000" cy="7298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3922F7-B6EF-AF38-2194-76FF7F96D6BF}"/>
              </a:ext>
            </a:extLst>
          </p:cNvPr>
          <p:cNvSpPr txBox="1"/>
          <p:nvPr/>
        </p:nvSpPr>
        <p:spPr>
          <a:xfrm>
            <a:off x="7754706" y="484516"/>
            <a:ext cx="36970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chemeClr val="bg1"/>
                </a:solidFill>
              </a:rPr>
              <a:t>UE xác định hướng + góc -&gt; đích. Qua từng cell khác nhau kích hoạt sự kiện chuyển vùng handover </a:t>
            </a:r>
            <a:br>
              <a:rPr lang="vi-VN" dirty="0">
                <a:solidFill>
                  <a:schemeClr val="bg1"/>
                </a:solidFill>
              </a:rPr>
            </a:br>
            <a:r>
              <a:rPr lang="vi-VN" dirty="0">
                <a:solidFill>
                  <a:schemeClr val="bg1"/>
                </a:solidFill>
                <a:sym typeface="Wingdings" panose="05000000000000000000" pitchFamily="2" charset="2"/>
              </a:rPr>
              <a:t> Tạo DATA cho NWDAF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944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B58F5-17AB-BF07-CF8B-B39D2C5F4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5C744-3A4C-F728-4F1E-0EAD46DBE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829" y="-145168"/>
            <a:ext cx="7919215" cy="60922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94ACBF-6599-8BC4-E151-47AB0E1F8420}"/>
              </a:ext>
            </a:extLst>
          </p:cNvPr>
          <p:cNvSpPr txBox="1"/>
          <p:nvPr/>
        </p:nvSpPr>
        <p:spPr>
          <a:xfrm>
            <a:off x="6558851" y="380585"/>
            <a:ext cx="43973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dirty="0"/>
              <a:t>4 gNodeB radius 120 unit, p -120dBm </a:t>
            </a:r>
          </a:p>
          <a:p>
            <a:pPr marL="285750" indent="-285750">
              <a:buFontTx/>
              <a:buChar char="-"/>
            </a:pPr>
            <a:r>
              <a:rPr lang="vi-VN" dirty="0"/>
              <a:t>4 UE : + 3 UE on/of theo sinh hoạt </a:t>
            </a:r>
          </a:p>
          <a:p>
            <a:pPr lvl="2"/>
            <a:r>
              <a:rPr lang="vi-VN" dirty="0"/>
              <a:t> + 1 UE on liên tục </a:t>
            </a:r>
          </a:p>
          <a:p>
            <a:pPr lvl="2"/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F6D90-BEFE-9FB8-4388-50B00AF45D0F}"/>
              </a:ext>
            </a:extLst>
          </p:cNvPr>
          <p:cNvSpPr txBox="1"/>
          <p:nvPr/>
        </p:nvSpPr>
        <p:spPr>
          <a:xfrm>
            <a:off x="6558851" y="1359688"/>
            <a:ext cx="46156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UE di chuyển từ home với On/active(100 -&gt; 120p ) và of/inactive (37 -&gt; 40p)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389F30-455C-1C10-4BF2-DFBC25A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539" y="2270532"/>
            <a:ext cx="4762993" cy="43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11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AD412D-FD05-E261-CC3B-33B219BB8D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A4C05B-EB49-083B-93D7-83C4FA8ECECE}"/>
              </a:ext>
            </a:extLst>
          </p:cNvPr>
          <p:cNvSpPr txBox="1"/>
          <p:nvPr/>
        </p:nvSpPr>
        <p:spPr>
          <a:xfrm>
            <a:off x="6421741" y="265246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dirty="0">
                <a:solidFill>
                  <a:schemeClr val="bg1"/>
                </a:solidFill>
              </a:rPr>
              <a:t>Danh bạ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07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A586F-32E0-ED7F-4A10-9E32948D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8616E-B942-414A-2C78-FF6BA185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611" y="148742"/>
            <a:ext cx="11830777" cy="688878"/>
          </a:xfrm>
        </p:spPr>
        <p:txBody>
          <a:bodyPr>
            <a:normAutofit fontScale="90000"/>
          </a:bodyPr>
          <a:lstStyle/>
          <a:p>
            <a:r>
              <a:rPr lang="vi-VN" sz="2800" dirty="0"/>
              <a:t>Sơ đồ khối nwdaf gốc: </a:t>
            </a:r>
            <a:r>
              <a:rPr lang="en-GB" sz="2800" dirty="0"/>
              <a:t>An Implementation Study of Network Data Analytic Function in 5G</a:t>
            </a:r>
            <a:r>
              <a:rPr lang="vi-VN" sz="2800" dirty="0"/>
              <a:t> </a:t>
            </a:r>
            <a:endParaRPr lang="en-GB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FA0C44-2E90-BA76-E8BF-BA5D7606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457" y="779766"/>
            <a:ext cx="12871402" cy="498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99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31F88-569B-8CB5-8905-53BED89B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9E02328-FC7B-7120-078F-8DFB3E9FF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3631" y="364210"/>
            <a:ext cx="12575631" cy="510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215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F939E-A308-F5E6-A969-85F007909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4DF801-42B8-9730-6219-8B99E8C0C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908" y="510755"/>
            <a:ext cx="12266908" cy="42450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66590C-D476-3644-4427-11A8718CEA2B}"/>
              </a:ext>
            </a:extLst>
          </p:cNvPr>
          <p:cNvSpPr txBox="1"/>
          <p:nvPr/>
        </p:nvSpPr>
        <p:spPr>
          <a:xfrm>
            <a:off x="4163419" y="2435"/>
            <a:ext cx="386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dirty="0"/>
              <a:t>Đầu vào – ra của UE mobility model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F84A97-BEE1-2D6D-8745-46F4CA892260}"/>
              </a:ext>
            </a:extLst>
          </p:cNvPr>
          <p:cNvSpPr txBox="1"/>
          <p:nvPr/>
        </p:nvSpPr>
        <p:spPr>
          <a:xfrm>
            <a:off x="2331372" y="2743200"/>
            <a:ext cx="18878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chemeClr val="bg1"/>
                </a:solidFill>
              </a:rPr>
              <a:t>Mô phỏng theo nhịp điệu con người (ko phải xe/uav) trên nền map 2d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8BF4D8-1C45-ABD4-13E8-10AB92E1FB4D}"/>
              </a:ext>
            </a:extLst>
          </p:cNvPr>
          <p:cNvSpPr txBox="1"/>
          <p:nvPr/>
        </p:nvSpPr>
        <p:spPr>
          <a:xfrm>
            <a:off x="10007212" y="2880596"/>
            <a:ext cx="18878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chemeClr val="bg1"/>
                </a:solidFill>
              </a:rPr>
              <a:t>Dữ liệu đầu ra không có SINR / RSRP ... do free5gc ko hỗ trợ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2CD486-8BA4-94FE-D987-34AE5224EB98}"/>
              </a:ext>
            </a:extLst>
          </p:cNvPr>
          <p:cNvSpPr txBox="1"/>
          <p:nvPr/>
        </p:nvSpPr>
        <p:spPr>
          <a:xfrm>
            <a:off x="6976662" y="4978521"/>
            <a:ext cx="49942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Bài</a:t>
            </a:r>
            <a:r>
              <a:rPr lang="en-GB" dirty="0"/>
              <a:t> </a:t>
            </a:r>
            <a:r>
              <a:rPr lang="en-GB" dirty="0" err="1"/>
              <a:t>báo</a:t>
            </a:r>
            <a:r>
              <a:rPr lang="en-GB" dirty="0"/>
              <a:t> </a:t>
            </a:r>
            <a:r>
              <a:rPr lang="en-GB" dirty="0" err="1"/>
              <a:t>xem</a:t>
            </a:r>
            <a:r>
              <a:rPr lang="en-GB" dirty="0"/>
              <a:t> </a:t>
            </a:r>
            <a:r>
              <a:rPr lang="en-GB" dirty="0" err="1"/>
              <a:t>việc</a:t>
            </a:r>
            <a:r>
              <a:rPr lang="en-GB" dirty="0"/>
              <a:t> </a:t>
            </a:r>
            <a:r>
              <a:rPr lang="en-GB" dirty="0" err="1"/>
              <a:t>chuyển</a:t>
            </a:r>
            <a:r>
              <a:rPr lang="en-GB" dirty="0"/>
              <a:t> </a:t>
            </a:r>
            <a:r>
              <a:rPr lang="en-GB" dirty="0" err="1"/>
              <a:t>giao</a:t>
            </a:r>
            <a:r>
              <a:rPr lang="en-GB" dirty="0"/>
              <a:t> </a:t>
            </a:r>
            <a:r>
              <a:rPr lang="en-GB" dirty="0" err="1"/>
              <a:t>là</a:t>
            </a:r>
            <a:r>
              <a:rPr lang="en-GB" dirty="0"/>
              <a:t> </a:t>
            </a:r>
            <a:r>
              <a:rPr lang="en-GB" b="1" dirty="0" err="1"/>
              <a:t>dự</a:t>
            </a:r>
            <a:r>
              <a:rPr lang="en-GB" b="1" dirty="0"/>
              <a:t> </a:t>
            </a:r>
            <a:r>
              <a:rPr lang="en-GB" b="1" dirty="0" err="1"/>
              <a:t>đoán</a:t>
            </a:r>
            <a:r>
              <a:rPr lang="en-GB" b="1" dirty="0"/>
              <a:t> Cell ID </a:t>
            </a:r>
            <a:r>
              <a:rPr lang="en-GB" b="1" dirty="0" err="1"/>
              <a:t>tiếp</a:t>
            </a:r>
            <a:r>
              <a:rPr lang="en-GB" b="1" dirty="0"/>
              <a:t> </a:t>
            </a:r>
            <a:r>
              <a:rPr lang="en-GB" b="1" dirty="0" err="1"/>
              <a:t>theo</a:t>
            </a:r>
            <a:r>
              <a:rPr lang="en-GB" b="1" dirty="0"/>
              <a:t> (next </a:t>
            </a:r>
            <a:r>
              <a:rPr lang="en-GB" b="1" dirty="0" err="1"/>
              <a:t>NrCellId</a:t>
            </a:r>
            <a:r>
              <a:rPr lang="en-GB" b="1" dirty="0"/>
              <a:t>)</a:t>
            </a:r>
            <a:r>
              <a:rPr lang="en-GB" dirty="0"/>
              <a:t> </a:t>
            </a:r>
            <a:r>
              <a:rPr lang="en-GB" dirty="0" err="1"/>
              <a:t>dựa</a:t>
            </a:r>
            <a:r>
              <a:rPr lang="en-GB" dirty="0"/>
              <a:t> </a:t>
            </a:r>
            <a:r>
              <a:rPr lang="en-GB" dirty="0" err="1"/>
              <a:t>trên</a:t>
            </a:r>
            <a:r>
              <a:rPr lang="en-GB" dirty="0"/>
              <a:t> </a:t>
            </a:r>
            <a:r>
              <a:rPr lang="en-GB" dirty="0" err="1"/>
              <a:t>quy</a:t>
            </a:r>
            <a:r>
              <a:rPr lang="en-GB" dirty="0"/>
              <a:t> </a:t>
            </a:r>
            <a:r>
              <a:rPr lang="en-GB" dirty="0" err="1"/>
              <a:t>luật</a:t>
            </a:r>
            <a:r>
              <a:rPr lang="en-GB" dirty="0"/>
              <a:t> di </a:t>
            </a:r>
            <a:r>
              <a:rPr lang="en-GB" dirty="0" err="1"/>
              <a:t>chuyển</a:t>
            </a:r>
            <a:r>
              <a:rPr lang="en-GB" dirty="0"/>
              <a:t> </a:t>
            </a:r>
            <a:r>
              <a:rPr lang="en-GB" dirty="0" err="1"/>
              <a:t>trong</a:t>
            </a:r>
            <a:r>
              <a:rPr lang="en-GB" dirty="0"/>
              <a:t> </a:t>
            </a:r>
            <a:r>
              <a:rPr lang="en-GB" dirty="0" err="1"/>
              <a:t>quá</a:t>
            </a:r>
            <a:r>
              <a:rPr lang="en-GB" dirty="0"/>
              <a:t> </a:t>
            </a:r>
            <a:r>
              <a:rPr lang="en-GB" dirty="0" err="1"/>
              <a:t>khứ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</a:t>
            </a:r>
            <a:r>
              <a:rPr lang="en-GB" dirty="0" err="1"/>
              <a:t>thiết</a:t>
            </a:r>
            <a:r>
              <a:rPr lang="en-GB" dirty="0"/>
              <a:t> </a:t>
            </a:r>
            <a:r>
              <a:rPr lang="en-GB" dirty="0" err="1"/>
              <a:t>bị</a:t>
            </a:r>
            <a:r>
              <a:rPr lang="en-GB" dirty="0"/>
              <a:t>, </a:t>
            </a:r>
            <a:r>
              <a:rPr lang="en-GB" dirty="0" err="1"/>
              <a:t>chứ</a:t>
            </a:r>
            <a:r>
              <a:rPr lang="en-GB" dirty="0"/>
              <a:t> </a:t>
            </a:r>
            <a:r>
              <a:rPr lang="en-GB" dirty="0" err="1"/>
              <a:t>không</a:t>
            </a:r>
            <a:r>
              <a:rPr lang="en-GB" dirty="0"/>
              <a:t> </a:t>
            </a:r>
            <a:r>
              <a:rPr lang="en-GB" dirty="0" err="1"/>
              <a:t>tính</a:t>
            </a:r>
            <a:r>
              <a:rPr lang="en-GB" dirty="0"/>
              <a:t> </a:t>
            </a:r>
            <a:r>
              <a:rPr lang="en-GB" dirty="0" err="1"/>
              <a:t>toán</a:t>
            </a:r>
            <a:r>
              <a:rPr lang="en-GB" dirty="0"/>
              <a:t> </a:t>
            </a:r>
            <a:r>
              <a:rPr lang="en-GB" dirty="0" err="1"/>
              <a:t>tọa</a:t>
            </a:r>
            <a:r>
              <a:rPr lang="en-GB" dirty="0"/>
              <a:t> </a:t>
            </a:r>
            <a:r>
              <a:rPr lang="en-GB" dirty="0" err="1"/>
              <a:t>độ</a:t>
            </a:r>
            <a:r>
              <a:rPr lang="en-GB" dirty="0"/>
              <a:t> hay </a:t>
            </a:r>
            <a:r>
              <a:rPr lang="en-GB" dirty="0" err="1"/>
              <a:t>khoảng</a:t>
            </a:r>
            <a:r>
              <a:rPr lang="en-GB" dirty="0"/>
              <a:t> </a:t>
            </a:r>
            <a:r>
              <a:rPr lang="en-GB" dirty="0" err="1"/>
              <a:t>cách</a:t>
            </a:r>
            <a:r>
              <a:rPr lang="en-GB" dirty="0"/>
              <a:t> </a:t>
            </a:r>
            <a:r>
              <a:rPr lang="en-GB" dirty="0" err="1"/>
              <a:t>hình</a:t>
            </a:r>
            <a:r>
              <a:rPr lang="en-GB" dirty="0"/>
              <a:t> </a:t>
            </a:r>
            <a:r>
              <a:rPr lang="en-GB" dirty="0" err="1"/>
              <a:t>học</a:t>
            </a:r>
            <a:r>
              <a:rPr lang="en-GB" dirty="0"/>
              <a:t> </a:t>
            </a:r>
            <a:r>
              <a:rPr lang="en-GB" dirty="0" err="1"/>
              <a:t>để</a:t>
            </a:r>
            <a:r>
              <a:rPr lang="en-GB" dirty="0"/>
              <a:t> </a:t>
            </a:r>
            <a:r>
              <a:rPr lang="en-GB" dirty="0" err="1"/>
              <a:t>tìm</a:t>
            </a:r>
            <a:r>
              <a:rPr lang="en-GB" dirty="0"/>
              <a:t> </a:t>
            </a:r>
            <a:r>
              <a:rPr lang="en-GB" dirty="0" err="1"/>
              <a:t>gNodeB</a:t>
            </a:r>
            <a:r>
              <a:rPr lang="en-GB" dirty="0"/>
              <a:t> </a:t>
            </a:r>
            <a:r>
              <a:rPr lang="en-GB" dirty="0" err="1"/>
              <a:t>gần</a:t>
            </a:r>
            <a:r>
              <a:rPr lang="en-GB" dirty="0"/>
              <a:t> </a:t>
            </a:r>
            <a:r>
              <a:rPr lang="en-GB" dirty="0" err="1"/>
              <a:t>nhất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C4289-4C78-5DD9-3912-4FA5DE698EAF}"/>
              </a:ext>
            </a:extLst>
          </p:cNvPr>
          <p:cNvSpPr txBox="1"/>
          <p:nvPr/>
        </p:nvSpPr>
        <p:spPr>
          <a:xfrm>
            <a:off x="270675" y="5045893"/>
            <a:ext cx="2507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effectLst/>
                <a:latin typeface="+mn-lt"/>
              </a:rPr>
              <a:t>Tác</a:t>
            </a:r>
            <a:r>
              <a:rPr lang="en-GB" dirty="0">
                <a:effectLst/>
                <a:latin typeface="+mn-lt"/>
              </a:rPr>
              <a:t> </a:t>
            </a:r>
            <a:r>
              <a:rPr lang="en-GB" dirty="0" err="1">
                <a:effectLst/>
                <a:latin typeface="+mn-lt"/>
              </a:rPr>
              <a:t>giả</a:t>
            </a:r>
            <a:r>
              <a:rPr lang="en-GB" dirty="0">
                <a:effectLst/>
                <a:latin typeface="+mn-lt"/>
              </a:rPr>
              <a:t> </a:t>
            </a:r>
            <a:r>
              <a:rPr lang="en-GB" dirty="0" err="1">
                <a:effectLst/>
                <a:latin typeface="+mn-lt"/>
              </a:rPr>
              <a:t>dùng</a:t>
            </a:r>
            <a:r>
              <a:rPr lang="en-GB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tọa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độ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để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tạo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dữ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liệu</a:t>
            </a:r>
            <a:r>
              <a:rPr lang="en-GB" b="1" dirty="0">
                <a:effectLst/>
                <a:latin typeface="+mn-lt"/>
              </a:rPr>
              <a:t> di </a:t>
            </a:r>
            <a:r>
              <a:rPr lang="en-GB" b="1" dirty="0" err="1">
                <a:effectLst/>
                <a:latin typeface="+mn-lt"/>
              </a:rPr>
              <a:t>chuyển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thực</a:t>
            </a:r>
            <a:r>
              <a:rPr lang="en-GB" b="1" dirty="0">
                <a:effectLst/>
                <a:latin typeface="+mn-lt"/>
              </a:rPr>
              <a:t> </a:t>
            </a:r>
            <a:r>
              <a:rPr lang="en-GB" b="1" dirty="0" err="1">
                <a:effectLst/>
                <a:latin typeface="+mn-lt"/>
              </a:rPr>
              <a:t>tế</a:t>
            </a:r>
            <a:r>
              <a:rPr lang="en-GB" b="1" dirty="0">
                <a:effectLst/>
                <a:latin typeface="+mn-lt"/>
              </a:rPr>
              <a:t> (Ground Truth/Simulation)</a:t>
            </a:r>
            <a:r>
              <a:rPr lang="en-GB" dirty="0">
                <a:effectLst/>
                <a:latin typeface="+mn-lt"/>
              </a:rPr>
              <a:t>.</a:t>
            </a:r>
            <a:r>
              <a:rPr lang="en-GB" dirty="0"/>
              <a:t> 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03B0E77-8DC6-245C-6D82-F1FA6C0F2E5B}"/>
              </a:ext>
            </a:extLst>
          </p:cNvPr>
          <p:cNvSpPr/>
          <p:nvPr/>
        </p:nvSpPr>
        <p:spPr>
          <a:xfrm>
            <a:off x="2778100" y="535439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271E27-2A7F-624D-B602-F0DD75CF8203}"/>
              </a:ext>
            </a:extLst>
          </p:cNvPr>
          <p:cNvSpPr txBox="1"/>
          <p:nvPr/>
        </p:nvSpPr>
        <p:spPr>
          <a:xfrm>
            <a:off x="3891761" y="5396659"/>
            <a:ext cx="1609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000" dirty="0"/>
              <a:t>THÓI QUEN</a:t>
            </a:r>
            <a:endParaRPr lang="en-GB" sz="2000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2A2BC87-CDB7-FE7D-F476-5A02CEB88DF5}"/>
              </a:ext>
            </a:extLst>
          </p:cNvPr>
          <p:cNvSpPr/>
          <p:nvPr/>
        </p:nvSpPr>
        <p:spPr>
          <a:xfrm>
            <a:off x="5774729" y="536500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BB51A5-CC17-68FF-172F-5143F9E4810E}"/>
              </a:ext>
            </a:extLst>
          </p:cNvPr>
          <p:cNvSpPr txBox="1"/>
          <p:nvPr/>
        </p:nvSpPr>
        <p:spPr>
          <a:xfrm>
            <a:off x="3698520" y="5973219"/>
            <a:ext cx="2076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Phù hợp với đa số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7765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F627-F806-0C2C-964B-E6C03DEF9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374ED2-925B-DE04-CCCF-B22DC2FAA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39987"/>
            <a:ext cx="5550148" cy="74677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115987-B958-02DA-FC67-3401D5CD7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148" y="3261926"/>
            <a:ext cx="6641852" cy="371009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4BE681D-98A6-A3F1-5D17-EFAD329CDF36}"/>
              </a:ext>
            </a:extLst>
          </p:cNvPr>
          <p:cNvCxnSpPr>
            <a:cxnSpLocks/>
          </p:cNvCxnSpPr>
          <p:nvPr/>
        </p:nvCxnSpPr>
        <p:spPr>
          <a:xfrm flipV="1">
            <a:off x="3434235" y="1361130"/>
            <a:ext cx="481631" cy="1528653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F87F-5C73-E486-C7CF-3DA84CD65C70}"/>
              </a:ext>
            </a:extLst>
          </p:cNvPr>
          <p:cNvCxnSpPr>
            <a:cxnSpLocks/>
          </p:cNvCxnSpPr>
          <p:nvPr/>
        </p:nvCxnSpPr>
        <p:spPr>
          <a:xfrm>
            <a:off x="3434235" y="2889783"/>
            <a:ext cx="544452" cy="53921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228E203-AC1F-9D81-85FA-29F473BEB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738" y="1242467"/>
            <a:ext cx="3412820" cy="2186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924C5A-467F-DD73-8CFB-E6F25DE5C3C9}"/>
              </a:ext>
            </a:extLst>
          </p:cNvPr>
          <p:cNvSpPr txBox="1"/>
          <p:nvPr/>
        </p:nvSpPr>
        <p:spPr>
          <a:xfrm>
            <a:off x="7256558" y="335590"/>
            <a:ext cx="4543034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Đây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chưa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phải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RAG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tài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liệu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không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truy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xuất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đoạn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code/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tài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liệu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giải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thích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hệ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thống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và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không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đưa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tài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liệu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tìm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được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làm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ngữ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cảnh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cho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LLM.</a:t>
            </a:r>
          </a:p>
          <a:p>
            <a:pPr marL="342900" marR="0" lvl="0" indent="-34290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Code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lấy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intent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gần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nhất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ngay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cả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khi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câu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hỏi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lạ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hoặc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mơ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hồ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;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điểm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tương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đồng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được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tính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nhưng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không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dùng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để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từ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chối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hoặc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hỏi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i="0" dirty="0" err="1">
                <a:solidFill>
                  <a:schemeClr val="tx1"/>
                </a:solidFill>
                <a:effectLst/>
                <a:latin typeface="+mn-lt"/>
              </a:rPr>
              <a:t>lại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vi-VN" sz="18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17008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9B6E6-62E5-6AD9-57CB-7512E071D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E80EF-9FB9-6902-85E2-09251E1D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02654B3-E6BD-379C-F155-F93931294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253925"/>
            <a:ext cx="12435222" cy="16654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ACCF27-FB4D-501D-3FF0-1575D75F5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25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997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98F9-A288-78B1-D0DC-364227DC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6CD6A39-A02C-D849-B139-D5D7ABDCED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52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B5FB8-2726-A0CD-D649-766E4203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F050-A34D-F372-E9E8-966F1D857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00E5C-456B-1279-11D0-3F6D4B874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379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5A052-1EE8-8FCE-EA65-E76CFCC0C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8803C-17B2-5E5A-5F9F-181D6953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ACD68-6047-CAAF-A1A2-2CE818499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831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271</Words>
  <Application>Microsoft Office PowerPoint</Application>
  <PresentationFormat>Widescreen</PresentationFormat>
  <Paragraphs>16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Sơ đồ khối nwdaf gốc: An Implementation Study of Network Data Analytic Function in 5G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Dương Lê</dc:creator>
  <cp:lastModifiedBy>Dương Lê</cp:lastModifiedBy>
  <cp:revision>10</cp:revision>
  <dcterms:created xsi:type="dcterms:W3CDTF">2026-10-13T03:08:30Z</dcterms:created>
  <dcterms:modified xsi:type="dcterms:W3CDTF">2026-10-20T06:42:58Z</dcterms:modified>
</cp:coreProperties>
</file>