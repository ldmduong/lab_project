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9" r:id="rId5"/>
    <p:sldId id="27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1" r:id="rId16"/>
    <p:sldId id="268" r:id="rId17"/>
  </p:sldIdLst>
  <p:sldSz cx="12192000" cy="6858000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gxSEXPPle+d9XRCQMbfUasXnnv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36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1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6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/>
        </p:nvSpPr>
        <p:spPr>
          <a:xfrm>
            <a:off x="386634" y="2219413"/>
            <a:ext cx="7342482" cy="848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Lato"/>
              <a:buNone/>
            </a:pPr>
            <a:r>
              <a:rPr lang="vi-VN" sz="5400" b="1" i="0" u="none" strike="noStrike" cap="none" dirty="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THIẾT KẾ MINI-SHELL</a:t>
            </a:r>
            <a:endParaRPr dirty="0"/>
          </a:p>
        </p:txBody>
      </p:sp>
      <p:sp>
        <p:nvSpPr>
          <p:cNvPr id="94" name="Google Shape;94;p3"/>
          <p:cNvSpPr txBox="1"/>
          <p:nvPr/>
        </p:nvSpPr>
        <p:spPr>
          <a:xfrm>
            <a:off x="386634" y="3068205"/>
            <a:ext cx="7342482" cy="848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vi-VN" sz="2800" b="0" i="0" u="none" strike="noStrike" cap="none" dirty="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TỔNG QUAN VÀ KIẾN TRÚC TRIỂN KHAI </a:t>
            </a:r>
            <a:br>
              <a:rPr lang="vi-VN" sz="2800" b="0" i="0" u="none" strike="noStrike" cap="none" dirty="0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</a:br>
            <a:endParaRPr lang="vi-VN" sz="2800" b="0" i="0" u="none" strike="noStrike" cap="none" dirty="0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endParaRPr sz="2400" dirty="0"/>
          </a:p>
        </p:txBody>
      </p:sp>
      <p:sp>
        <p:nvSpPr>
          <p:cNvPr id="95" name="Google Shape;95;p3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8BF425-6096-EDDD-3FFE-CB000F68C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382676"/>
              </p:ext>
            </p:extLst>
          </p:nvPr>
        </p:nvGraphicFramePr>
        <p:xfrm>
          <a:off x="386634" y="4003263"/>
          <a:ext cx="81280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0743523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09827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C00000"/>
                          </a:solidFill>
                        </a:rPr>
                        <a:t>Sinh viên</a:t>
                      </a:r>
                      <a:endParaRPr lang="en-GB" sz="1800" dirty="0">
                        <a:solidFill>
                          <a:srgbClr val="C00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C00000"/>
                          </a:solidFill>
                        </a:rPr>
                        <a:t>MSSV</a:t>
                      </a:r>
                      <a:endParaRPr lang="en-GB" sz="1800" dirty="0">
                        <a:solidFill>
                          <a:srgbClr val="C00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59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C00000"/>
                          </a:solidFill>
                        </a:rPr>
                        <a:t>Lê Đình Minh Dương</a:t>
                      </a:r>
                      <a:endParaRPr lang="en-GB" sz="1800" dirty="0">
                        <a:solidFill>
                          <a:srgbClr val="C00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C00000"/>
                          </a:solidFill>
                        </a:rPr>
                        <a:t>20233355</a:t>
                      </a:r>
                      <a:endParaRPr lang="en-GB" sz="1800" dirty="0">
                        <a:solidFill>
                          <a:srgbClr val="C00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340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C00000"/>
                          </a:solidFill>
                        </a:rPr>
                        <a:t>Đỗ Tùng Lâm</a:t>
                      </a:r>
                      <a:endParaRPr lang="en-GB" sz="1800" dirty="0">
                        <a:solidFill>
                          <a:srgbClr val="C00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800" dirty="0">
                          <a:solidFill>
                            <a:srgbClr val="C00000"/>
                          </a:solidFill>
                        </a:rPr>
                        <a:t>20233487</a:t>
                      </a:r>
                      <a:endParaRPr lang="en-GB" sz="1800" dirty="0">
                        <a:solidFill>
                          <a:srgbClr val="C00000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2079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/>
        </p:nvSpPr>
        <p:spPr>
          <a:xfrm>
            <a:off x="5605763" y="2869457"/>
            <a:ext cx="5422456" cy="97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Lato"/>
              <a:buNone/>
            </a:pPr>
            <a:r>
              <a:rPr lang="en-US" sz="60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</Words>
  <Application>Microsoft Office PowerPoint</Application>
  <PresentationFormat>Widescreen</PresentationFormat>
  <Paragraphs>11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Lato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Phong TT &amp; QTTH</dc:creator>
  <cp:lastModifiedBy>Dương Lê</cp:lastModifiedBy>
  <cp:revision>2</cp:revision>
  <dcterms:created xsi:type="dcterms:W3CDTF">2021-05-28T04:32:29Z</dcterms:created>
  <dcterms:modified xsi:type="dcterms:W3CDTF">2026-10-08T05:59:41Z</dcterms:modified>
</cp:coreProperties>
</file>