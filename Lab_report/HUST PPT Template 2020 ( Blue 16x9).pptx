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xSEXPPle+d9XRCQMbfUasXnn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La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Lato-bold.fntdata"/><Relationship Id="rId6" Type="http://schemas.openxmlformats.org/officeDocument/2006/relationships/slide" Target="slides/slide2.xml"/><Relationship Id="rId18" Type="http://schemas.openxmlformats.org/officeDocument/2006/relationships/font" Target="fonts/La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1" i="0" sz="4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8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" name="Google Shape;28;p19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9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21"/>
          <p:cNvSpPr/>
          <p:nvPr>
            <p:ph idx="2" type="chart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21"/>
          <p:cNvSpPr/>
          <p:nvPr>
            <p:ph idx="3" type="tbl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2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2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2"/>
          <p:cNvSpPr txBox="1"/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24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24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26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26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/>
          <p:nvPr>
            <p:ph type="title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386634" y="2219413"/>
            <a:ext cx="7342482" cy="848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Lato"/>
              <a:buNone/>
            </a:pPr>
            <a:r>
              <a:rPr b="1" i="0" lang="en-US" sz="54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PRESENTATION TITLE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386634" y="3365399"/>
            <a:ext cx="7342482" cy="84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SUBTITLE. SUBTITLE. SUBTITLE.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SUBTITLE. SUBTITLE.</a:t>
            </a:r>
            <a:endParaRPr/>
          </a:p>
        </p:txBody>
      </p:sp>
      <p:sp>
        <p:nvSpPr>
          <p:cNvPr id="95" name="Google Shape;95;p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5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>
            <p:ph idx="2" type="chart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>
            <p:ph idx="3" type="tbl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 txBox="1"/>
          <p:nvPr>
            <p:ph type="title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0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4" name="Google Shape;154;p11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12"/>
          <p:cNvSpPr txBox="1"/>
          <p:nvPr>
            <p:ph type="title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>
            <p:ph idx="2" type="chart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>
            <p:ph idx="3" type="pic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/>
        </p:nvSpPr>
        <p:spPr>
          <a:xfrm>
            <a:off x="5605763" y="2869457"/>
            <a:ext cx="5422456" cy="971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Lato"/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/>
          </a:p>
        </p:txBody>
      </p:sp>
      <p:sp>
        <p:nvSpPr>
          <p:cNvPr id="168" name="Google Shape;168;p13"/>
          <p:cNvSpPr txBox="1"/>
          <p:nvPr>
            <p:ph idx="12" type="sldNum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2021-05-28T04:32:29Z</dcterms:created>
  <dc:creator>Phong TT &amp; QTTH</dc:creator>
</cp:coreProperties>
</file>